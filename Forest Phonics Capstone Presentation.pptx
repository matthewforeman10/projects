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8" r:id="rId4"/>
    <p:sldMasterId id="214748369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Inter SemiBold"/>
      <p:regular r:id="rId23"/>
      <p:bold r:id="rId24"/>
      <p:italic r:id="rId25"/>
      <p:boldItalic r:id="rId26"/>
    </p:embeddedFont>
    <p:embeddedFont>
      <p:font typeface="Inter Light"/>
      <p:regular r:id="rId27"/>
      <p:bold r:id="rId28"/>
      <p:italic r:id="rId29"/>
      <p:boldItalic r:id="rId30"/>
    </p:embeddedFont>
    <p:embeddedFont>
      <p:font typeface="Inter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InterSemiBold-bold.fntdata"/><Relationship Id="rId23" Type="http://schemas.openxmlformats.org/officeDocument/2006/relationships/font" Target="fonts/InterSemiBol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InterSemiBold-boldItalic.fntdata"/><Relationship Id="rId25" Type="http://schemas.openxmlformats.org/officeDocument/2006/relationships/font" Target="fonts/InterSemiBold-italic.fntdata"/><Relationship Id="rId28" Type="http://schemas.openxmlformats.org/officeDocument/2006/relationships/font" Target="fonts/InterLight-bold.fntdata"/><Relationship Id="rId27" Type="http://schemas.openxmlformats.org/officeDocument/2006/relationships/font" Target="fonts/InterLight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Light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-regular.fntdata"/><Relationship Id="rId30" Type="http://schemas.openxmlformats.org/officeDocument/2006/relationships/font" Target="fonts/InterLight-boldItalic.fntdata"/><Relationship Id="rId11" Type="http://schemas.openxmlformats.org/officeDocument/2006/relationships/slide" Target="slides/slide5.xml"/><Relationship Id="rId33" Type="http://schemas.openxmlformats.org/officeDocument/2006/relationships/font" Target="fonts/Inter-italic.fntdata"/><Relationship Id="rId10" Type="http://schemas.openxmlformats.org/officeDocument/2006/relationships/slide" Target="slides/slide4.xml"/><Relationship Id="rId32" Type="http://schemas.openxmlformats.org/officeDocument/2006/relationships/font" Target="fonts/Inter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Inter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04f54a7ef1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04f54a7ef1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50d0136e4a_4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g350d0136e4a_4_8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50d0136e4a_4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g350d0136e4a_4_8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50d0136e4a_4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g350d0136e4a_4_9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50d0136e4a_4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g350d0136e4a_4_9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04f54a7ef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304f54a7ef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04f54a7ef1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04f54a7ef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04f54a7ef1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04f54a7ef1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04f54a7ef1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304f54a7ef1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50d0136e4a_4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g350d0136e4a_4_10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50d0136e4a_4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g350d0136e4a_4_10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50d0136e4a_4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g350d0136e4a_4_1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50d0136e4a_4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g350d0136e4a_4_1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50d0136e4a_4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g350d0136e4a_4_12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50d0136e4a_4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g350d0136e4a_4_1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50d0136e4a_4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g350d0136e4a_4_13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20875" y="1402000"/>
            <a:ext cx="4324800" cy="24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2" type="title"/>
          </p:nvPr>
        </p:nvSpPr>
        <p:spPr>
          <a:xfrm>
            <a:off x="474350" y="3793500"/>
            <a:ext cx="4036500" cy="115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b="0"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9pPr>
          </a:lstStyle>
          <a:p/>
        </p:txBody>
      </p:sp>
      <p:cxnSp>
        <p:nvCxnSpPr>
          <p:cNvPr id="12" name="Google Shape;12;p2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" name="Google Shape;13;p2"/>
          <p:cNvSpPr/>
          <p:nvPr>
            <p:ph idx="3" type="pic"/>
          </p:nvPr>
        </p:nvSpPr>
        <p:spPr>
          <a:xfrm>
            <a:off x="5039775" y="196800"/>
            <a:ext cx="3905400" cy="4749900"/>
          </a:xfrm>
          <a:prstGeom prst="roundRect">
            <a:avLst>
              <a:gd fmla="val 2053" name="adj"/>
            </a:avLst>
          </a:prstGeom>
          <a:noFill/>
          <a:ln>
            <a:noFill/>
          </a:ln>
        </p:spPr>
      </p:sp>
      <p:sp>
        <p:nvSpPr>
          <p:cNvPr id="14" name="Google Shape;14;p2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" name="Google Shape;15;p2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</a:t>
            </a: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420872" y="203200"/>
            <a:ext cx="42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rPr>
              <a:t>‹#›</a:t>
            </a:fld>
            <a:endParaRPr sz="800">
              <a:solidFill>
                <a:schemeClr val="lt2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53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Divider Slide">
  <p:cSld name="CUSTOM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" name="Google Shape;19;p3"/>
          <p:cNvSpPr txBox="1"/>
          <p:nvPr>
            <p:ph type="title"/>
          </p:nvPr>
        </p:nvSpPr>
        <p:spPr>
          <a:xfrm>
            <a:off x="420875" y="1402000"/>
            <a:ext cx="4324800" cy="24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2" type="title"/>
          </p:nvPr>
        </p:nvSpPr>
        <p:spPr>
          <a:xfrm>
            <a:off x="474350" y="3793500"/>
            <a:ext cx="4036500" cy="115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b="0"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cxnSp>
        <p:nvCxnSpPr>
          <p:cNvPr id="21" name="Google Shape;21;p3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" name="Google Shape;22;p3"/>
          <p:cNvSpPr/>
          <p:nvPr>
            <p:ph idx="3" type="pic"/>
          </p:nvPr>
        </p:nvSpPr>
        <p:spPr>
          <a:xfrm>
            <a:off x="5039775" y="196800"/>
            <a:ext cx="3905400" cy="4749900"/>
          </a:xfrm>
          <a:prstGeom prst="roundRect">
            <a:avLst>
              <a:gd fmla="val 2053" name="adj"/>
            </a:avLst>
          </a:prstGeom>
          <a:noFill/>
          <a:ln>
            <a:noFill/>
          </a:ln>
        </p:spPr>
      </p:sp>
      <p:sp>
        <p:nvSpPr>
          <p:cNvPr id="23" name="Google Shape;23;p3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" name="Google Shape;24;p3"/>
          <p:cNvSpPr txBox="1"/>
          <p:nvPr/>
        </p:nvSpPr>
        <p:spPr>
          <a:xfrm>
            <a:off x="420872" y="203200"/>
            <a:ext cx="42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rPr>
              <a:t>‹#›</a:t>
            </a:fld>
            <a:endParaRPr sz="800">
              <a:solidFill>
                <a:schemeClr val="lt2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sion / Mission" type="secHead">
  <p:cSld name="SECTION_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>
            <p:ph idx="2" type="pic"/>
          </p:nvPr>
        </p:nvSpPr>
        <p:spPr>
          <a:xfrm>
            <a:off x="5039775" y="203250"/>
            <a:ext cx="3905400" cy="2298600"/>
          </a:xfrm>
          <a:prstGeom prst="roundRect">
            <a:avLst>
              <a:gd fmla="val 2053" name="adj"/>
            </a:avLst>
          </a:prstGeom>
          <a:noFill/>
          <a:ln>
            <a:noFill/>
          </a:ln>
        </p:spPr>
      </p:sp>
      <p:cxnSp>
        <p:nvCxnSpPr>
          <p:cNvPr id="28" name="Google Shape;28;p4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452575" y="1853525"/>
            <a:ext cx="2965500" cy="24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/>
            </a:lvl9pPr>
          </a:lstStyle>
          <a:p/>
        </p:txBody>
      </p:sp>
      <p:sp>
        <p:nvSpPr>
          <p:cNvPr id="30" name="Google Shape;30;p4"/>
          <p:cNvSpPr/>
          <p:nvPr>
            <p:ph idx="3" type="pic"/>
          </p:nvPr>
        </p:nvSpPr>
        <p:spPr>
          <a:xfrm>
            <a:off x="5039775" y="2624675"/>
            <a:ext cx="3905400" cy="2298600"/>
          </a:xfrm>
          <a:prstGeom prst="roundRect">
            <a:avLst>
              <a:gd fmla="val 2053" name="adj"/>
            </a:avLst>
          </a:prstGeom>
          <a:noFill/>
          <a:ln>
            <a:noFill/>
          </a:ln>
        </p:spPr>
      </p:sp>
      <p:sp>
        <p:nvSpPr>
          <p:cNvPr id="31" name="Google Shape;31;p4"/>
          <p:cNvSpPr txBox="1"/>
          <p:nvPr>
            <p:ph type="title"/>
          </p:nvPr>
        </p:nvSpPr>
        <p:spPr>
          <a:xfrm>
            <a:off x="452575" y="596800"/>
            <a:ext cx="4263600" cy="13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9pPr>
          </a:lstStyle>
          <a:p/>
        </p:txBody>
      </p:sp>
      <p:sp>
        <p:nvSpPr>
          <p:cNvPr id="32" name="Google Shape;32;p4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32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/ Divider" type="tx">
  <p:cSld name="TITLE_AND_BOD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5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" name="Google Shape;37;p5"/>
          <p:cNvSpPr txBox="1"/>
          <p:nvPr>
            <p:ph type="title"/>
          </p:nvPr>
        </p:nvSpPr>
        <p:spPr>
          <a:xfrm>
            <a:off x="420875" y="1552350"/>
            <a:ext cx="6231300" cy="16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5"/>
          <p:cNvSpPr txBox="1"/>
          <p:nvPr>
            <p:ph idx="2" type="title"/>
          </p:nvPr>
        </p:nvSpPr>
        <p:spPr>
          <a:xfrm>
            <a:off x="472350" y="3144800"/>
            <a:ext cx="2965500" cy="16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b="0"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9" name="Google Shape;39;p5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" name="Google Shape;41;p5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53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venue Model" type="twoColTx">
  <p:cSld name="TITLE_AND_TWO_COLUMN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4" name="Google Shape;44;p6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" name="Google Shape;45;p6"/>
          <p:cNvSpPr txBox="1"/>
          <p:nvPr>
            <p:ph type="title"/>
          </p:nvPr>
        </p:nvSpPr>
        <p:spPr>
          <a:xfrm>
            <a:off x="450850" y="596800"/>
            <a:ext cx="6767700" cy="14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Inter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1" type="body"/>
          </p:nvPr>
        </p:nvSpPr>
        <p:spPr>
          <a:xfrm>
            <a:off x="560525" y="3718900"/>
            <a:ext cx="3552600" cy="8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7" name="Google Shape;47;p6"/>
          <p:cNvSpPr txBox="1"/>
          <p:nvPr>
            <p:ph idx="2" type="body"/>
          </p:nvPr>
        </p:nvSpPr>
        <p:spPr>
          <a:xfrm>
            <a:off x="4113125" y="3718900"/>
            <a:ext cx="3552600" cy="8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8" name="Google Shape;48;p6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" name="Google Shape;49;p6"/>
          <p:cNvSpPr txBox="1"/>
          <p:nvPr>
            <p:ph idx="3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" name="Google Shape;50;p6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Timeline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53" name="Google Shape;53;p7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" name="Google Shape;54;p7"/>
          <p:cNvSpPr txBox="1"/>
          <p:nvPr>
            <p:ph type="title"/>
          </p:nvPr>
        </p:nvSpPr>
        <p:spPr>
          <a:xfrm>
            <a:off x="452575" y="596800"/>
            <a:ext cx="6868800" cy="13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9pPr>
          </a:lstStyle>
          <a:p/>
        </p:txBody>
      </p:sp>
      <p:sp>
        <p:nvSpPr>
          <p:cNvPr id="55" name="Google Shape;55;p7"/>
          <p:cNvSpPr txBox="1"/>
          <p:nvPr>
            <p:ph idx="1" type="body"/>
          </p:nvPr>
        </p:nvSpPr>
        <p:spPr>
          <a:xfrm>
            <a:off x="589475" y="2780825"/>
            <a:ext cx="1641300" cy="17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56" name="Google Shape;56;p7"/>
          <p:cNvSpPr txBox="1"/>
          <p:nvPr>
            <p:ph idx="2" type="body"/>
          </p:nvPr>
        </p:nvSpPr>
        <p:spPr>
          <a:xfrm>
            <a:off x="2601850" y="2780825"/>
            <a:ext cx="1641300" cy="17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57" name="Google Shape;57;p7"/>
          <p:cNvSpPr txBox="1"/>
          <p:nvPr>
            <p:ph idx="3" type="body"/>
          </p:nvPr>
        </p:nvSpPr>
        <p:spPr>
          <a:xfrm>
            <a:off x="4601450" y="2780825"/>
            <a:ext cx="1641300" cy="17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58" name="Google Shape;58;p7"/>
          <p:cNvSpPr txBox="1"/>
          <p:nvPr>
            <p:ph idx="4" type="body"/>
          </p:nvPr>
        </p:nvSpPr>
        <p:spPr>
          <a:xfrm>
            <a:off x="6602800" y="2780825"/>
            <a:ext cx="1641300" cy="17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59" name="Google Shape;59;p7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" name="Google Shape;60;p7"/>
          <p:cNvSpPr txBox="1"/>
          <p:nvPr>
            <p:ph idx="5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7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ive Advantage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64" name="Google Shape;64;p8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" name="Google Shape;65;p8"/>
          <p:cNvSpPr txBox="1"/>
          <p:nvPr>
            <p:ph type="title"/>
          </p:nvPr>
        </p:nvSpPr>
        <p:spPr>
          <a:xfrm>
            <a:off x="452575" y="596800"/>
            <a:ext cx="4418100" cy="29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9pPr>
          </a:lstStyle>
          <a:p/>
        </p:txBody>
      </p:sp>
      <p:sp>
        <p:nvSpPr>
          <p:cNvPr id="66" name="Google Shape;66;p8"/>
          <p:cNvSpPr/>
          <p:nvPr>
            <p:ph idx="2" type="pic"/>
          </p:nvPr>
        </p:nvSpPr>
        <p:spPr>
          <a:xfrm>
            <a:off x="5039775" y="196800"/>
            <a:ext cx="3905400" cy="4749900"/>
          </a:xfrm>
          <a:prstGeom prst="roundRect">
            <a:avLst>
              <a:gd fmla="val 2053" name="adj"/>
            </a:avLst>
          </a:prstGeom>
          <a:noFill/>
          <a:ln>
            <a:noFill/>
          </a:ln>
        </p:spPr>
      </p:sp>
      <p:sp>
        <p:nvSpPr>
          <p:cNvPr id="67" name="Google Shape;67;p8"/>
          <p:cNvSpPr txBox="1"/>
          <p:nvPr>
            <p:ph idx="1" type="body"/>
          </p:nvPr>
        </p:nvSpPr>
        <p:spPr>
          <a:xfrm>
            <a:off x="452575" y="1966775"/>
            <a:ext cx="3212700" cy="208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/>
        </p:txBody>
      </p:sp>
      <p:sp>
        <p:nvSpPr>
          <p:cNvPr id="68" name="Google Shape;68;p8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" name="Google Shape;69;p8"/>
          <p:cNvSpPr txBox="1"/>
          <p:nvPr>
            <p:ph idx="3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" name="Google Shape;70;p8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">
  <p:cSld name="MAIN_POIN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9"/>
          <p:cNvSpPr/>
          <p:nvPr>
            <p:ph idx="2" type="pic"/>
          </p:nvPr>
        </p:nvSpPr>
        <p:spPr>
          <a:xfrm>
            <a:off x="566350" y="1569300"/>
            <a:ext cx="1466400" cy="1570200"/>
          </a:xfrm>
          <a:prstGeom prst="roundRect">
            <a:avLst>
              <a:gd fmla="val 6320" name="adj"/>
            </a:avLst>
          </a:prstGeom>
          <a:noFill/>
          <a:ln>
            <a:noFill/>
          </a:ln>
        </p:spPr>
      </p:sp>
      <p:sp>
        <p:nvSpPr>
          <p:cNvPr id="73" name="Google Shape;73;p9"/>
          <p:cNvSpPr/>
          <p:nvPr>
            <p:ph idx="3" type="pic"/>
          </p:nvPr>
        </p:nvSpPr>
        <p:spPr>
          <a:xfrm>
            <a:off x="2588275" y="1569300"/>
            <a:ext cx="1466400" cy="1570200"/>
          </a:xfrm>
          <a:prstGeom prst="roundRect">
            <a:avLst>
              <a:gd fmla="val 6320" name="adj"/>
            </a:avLst>
          </a:prstGeom>
          <a:noFill/>
          <a:ln>
            <a:noFill/>
          </a:ln>
        </p:spPr>
      </p:sp>
      <p:sp>
        <p:nvSpPr>
          <p:cNvPr id="74" name="Google Shape;74;p9"/>
          <p:cNvSpPr/>
          <p:nvPr>
            <p:ph idx="4" type="pic"/>
          </p:nvPr>
        </p:nvSpPr>
        <p:spPr>
          <a:xfrm>
            <a:off x="4613113" y="1569300"/>
            <a:ext cx="1466400" cy="1570200"/>
          </a:xfrm>
          <a:prstGeom prst="roundRect">
            <a:avLst>
              <a:gd fmla="val 6320" name="adj"/>
            </a:avLst>
          </a:prstGeom>
          <a:noFill/>
          <a:ln>
            <a:noFill/>
          </a:ln>
        </p:spPr>
      </p:sp>
      <p:sp>
        <p:nvSpPr>
          <p:cNvPr id="75" name="Google Shape;75;p9"/>
          <p:cNvSpPr/>
          <p:nvPr>
            <p:ph idx="5" type="pic"/>
          </p:nvPr>
        </p:nvSpPr>
        <p:spPr>
          <a:xfrm>
            <a:off x="6637950" y="1569300"/>
            <a:ext cx="1466400" cy="1570200"/>
          </a:xfrm>
          <a:prstGeom prst="roundRect">
            <a:avLst>
              <a:gd fmla="val 6320" name="adj"/>
            </a:avLst>
          </a:prstGeom>
          <a:noFill/>
          <a:ln>
            <a:noFill/>
          </a:ln>
        </p:spPr>
      </p:sp>
      <p:cxnSp>
        <p:nvCxnSpPr>
          <p:cNvPr id="76" name="Google Shape;76;p9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" name="Google Shape;77;p9"/>
          <p:cNvSpPr txBox="1"/>
          <p:nvPr>
            <p:ph type="title"/>
          </p:nvPr>
        </p:nvSpPr>
        <p:spPr>
          <a:xfrm>
            <a:off x="450850" y="596800"/>
            <a:ext cx="6767700" cy="18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Inter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9"/>
          <p:cNvSpPr txBox="1"/>
          <p:nvPr>
            <p:ph idx="1" type="subTitle"/>
          </p:nvPr>
        </p:nvSpPr>
        <p:spPr>
          <a:xfrm>
            <a:off x="566350" y="3190975"/>
            <a:ext cx="14664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9"/>
          <p:cNvSpPr txBox="1"/>
          <p:nvPr>
            <p:ph idx="6" type="subTitle"/>
          </p:nvPr>
        </p:nvSpPr>
        <p:spPr>
          <a:xfrm>
            <a:off x="2588275" y="3190975"/>
            <a:ext cx="14664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" name="Google Shape;80;p9"/>
          <p:cNvSpPr txBox="1"/>
          <p:nvPr>
            <p:ph idx="7" type="subTitle"/>
          </p:nvPr>
        </p:nvSpPr>
        <p:spPr>
          <a:xfrm>
            <a:off x="4613113" y="3190975"/>
            <a:ext cx="14664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" name="Google Shape;81;p9"/>
          <p:cNvSpPr txBox="1"/>
          <p:nvPr>
            <p:ph idx="8" type="subTitle"/>
          </p:nvPr>
        </p:nvSpPr>
        <p:spPr>
          <a:xfrm>
            <a:off x="6637950" y="3190975"/>
            <a:ext cx="14664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2" name="Google Shape;82;p9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" name="Google Shape;83;p9"/>
          <p:cNvSpPr txBox="1"/>
          <p:nvPr>
            <p:ph idx="12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" name="Google Shape;84;p9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rrent Market / Market Size">
  <p:cSld name="SECTION_TITLE_AND_DESCRIPTION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"/>
          <p:cNvSpPr txBox="1"/>
          <p:nvPr/>
        </p:nvSpPr>
        <p:spPr>
          <a:xfrm>
            <a:off x="420872" y="203200"/>
            <a:ext cx="42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rPr>
              <a:t>‹#›</a:t>
            </a:fld>
            <a:endParaRPr sz="800">
              <a:solidFill>
                <a:schemeClr val="lt2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cxnSp>
        <p:nvCxnSpPr>
          <p:cNvPr id="87" name="Google Shape;87;p10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" name="Google Shape;88;p10"/>
          <p:cNvSpPr txBox="1"/>
          <p:nvPr>
            <p:ph idx="1" type="subTitle"/>
          </p:nvPr>
        </p:nvSpPr>
        <p:spPr>
          <a:xfrm>
            <a:off x="675475" y="3055900"/>
            <a:ext cx="14664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10"/>
          <p:cNvSpPr txBox="1"/>
          <p:nvPr>
            <p:ph idx="2" type="body"/>
          </p:nvPr>
        </p:nvSpPr>
        <p:spPr>
          <a:xfrm>
            <a:off x="604925" y="3668125"/>
            <a:ext cx="1607400" cy="8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0" name="Google Shape;90;p10"/>
          <p:cNvSpPr txBox="1"/>
          <p:nvPr>
            <p:ph idx="3" type="subTitle"/>
          </p:nvPr>
        </p:nvSpPr>
        <p:spPr>
          <a:xfrm>
            <a:off x="3885400" y="3055900"/>
            <a:ext cx="14664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" name="Google Shape;91;p10"/>
          <p:cNvSpPr txBox="1"/>
          <p:nvPr>
            <p:ph idx="4" type="body"/>
          </p:nvPr>
        </p:nvSpPr>
        <p:spPr>
          <a:xfrm>
            <a:off x="3814850" y="3668125"/>
            <a:ext cx="1607400" cy="8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2" name="Google Shape;92;p10"/>
          <p:cNvSpPr txBox="1"/>
          <p:nvPr>
            <p:ph idx="5" type="subTitle"/>
          </p:nvPr>
        </p:nvSpPr>
        <p:spPr>
          <a:xfrm>
            <a:off x="7024719" y="3055900"/>
            <a:ext cx="14664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3" name="Google Shape;93;p10"/>
          <p:cNvSpPr txBox="1"/>
          <p:nvPr>
            <p:ph idx="6" type="body"/>
          </p:nvPr>
        </p:nvSpPr>
        <p:spPr>
          <a:xfrm>
            <a:off x="6954219" y="3668125"/>
            <a:ext cx="1607400" cy="8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4" name="Google Shape;94;p10"/>
          <p:cNvSpPr txBox="1"/>
          <p:nvPr>
            <p:ph type="title"/>
          </p:nvPr>
        </p:nvSpPr>
        <p:spPr>
          <a:xfrm>
            <a:off x="450850" y="596800"/>
            <a:ext cx="6767700" cy="12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Inter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5" name="Google Shape;95;p10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" name="Google Shape;96;p10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ancial Breakdown">
  <p:cSld name="SECTION_TITLE_AND_DESCRIPTION_1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1"/>
          <p:cNvSpPr txBox="1"/>
          <p:nvPr/>
        </p:nvSpPr>
        <p:spPr>
          <a:xfrm>
            <a:off x="420872" y="203200"/>
            <a:ext cx="42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rPr>
              <a:t>‹#›</a:t>
            </a:fld>
            <a:endParaRPr sz="800">
              <a:solidFill>
                <a:schemeClr val="lt2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cxnSp>
        <p:nvCxnSpPr>
          <p:cNvPr id="99" name="Google Shape;99;p11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" name="Google Shape;100;p11"/>
          <p:cNvSpPr txBox="1"/>
          <p:nvPr>
            <p:ph idx="1" type="subTitle"/>
          </p:nvPr>
        </p:nvSpPr>
        <p:spPr>
          <a:xfrm>
            <a:off x="3486575" y="2706950"/>
            <a:ext cx="14664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11"/>
          <p:cNvSpPr txBox="1"/>
          <p:nvPr>
            <p:ph idx="2" type="body"/>
          </p:nvPr>
        </p:nvSpPr>
        <p:spPr>
          <a:xfrm>
            <a:off x="3416075" y="2982325"/>
            <a:ext cx="1607400" cy="8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cxnSp>
        <p:nvCxnSpPr>
          <p:cNvPr id="102" name="Google Shape;102;p11"/>
          <p:cNvCxnSpPr>
            <a:endCxn id="103" idx="2"/>
          </p:cNvCxnSpPr>
          <p:nvPr/>
        </p:nvCxnSpPr>
        <p:spPr>
          <a:xfrm>
            <a:off x="2904275" y="2048466"/>
            <a:ext cx="7719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" name="Google Shape;104;p11"/>
          <p:cNvCxnSpPr/>
          <p:nvPr/>
        </p:nvCxnSpPr>
        <p:spPr>
          <a:xfrm>
            <a:off x="4765924" y="2048466"/>
            <a:ext cx="7719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" name="Google Shape;105;p11"/>
          <p:cNvCxnSpPr/>
          <p:nvPr/>
        </p:nvCxnSpPr>
        <p:spPr>
          <a:xfrm>
            <a:off x="6635736" y="2048466"/>
            <a:ext cx="7719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" name="Google Shape;103;p11"/>
          <p:cNvSpPr/>
          <p:nvPr/>
        </p:nvSpPr>
        <p:spPr>
          <a:xfrm>
            <a:off x="3676175" y="1504866"/>
            <a:ext cx="1087200" cy="1087200"/>
          </a:xfrm>
          <a:prstGeom prst="flowChartConnector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6" name="Google Shape;106;p11"/>
          <p:cNvSpPr/>
          <p:nvPr/>
        </p:nvSpPr>
        <p:spPr>
          <a:xfrm>
            <a:off x="5548513" y="1504866"/>
            <a:ext cx="1087200" cy="1087200"/>
          </a:xfrm>
          <a:prstGeom prst="flowChartConnector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7" name="Google Shape;107;p11"/>
          <p:cNvSpPr/>
          <p:nvPr/>
        </p:nvSpPr>
        <p:spPr>
          <a:xfrm>
            <a:off x="7417725" y="1504866"/>
            <a:ext cx="1087200" cy="1087200"/>
          </a:xfrm>
          <a:prstGeom prst="flowChartConnector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8" name="Google Shape;108;p11"/>
          <p:cNvSpPr txBox="1"/>
          <p:nvPr>
            <p:ph idx="3" type="subTitle"/>
          </p:nvPr>
        </p:nvSpPr>
        <p:spPr>
          <a:xfrm>
            <a:off x="5358925" y="2706950"/>
            <a:ext cx="14664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9" name="Google Shape;109;p11"/>
          <p:cNvSpPr txBox="1"/>
          <p:nvPr>
            <p:ph idx="4" type="body"/>
          </p:nvPr>
        </p:nvSpPr>
        <p:spPr>
          <a:xfrm>
            <a:off x="5288425" y="2982325"/>
            <a:ext cx="1607400" cy="8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10" name="Google Shape;110;p11"/>
          <p:cNvSpPr txBox="1"/>
          <p:nvPr>
            <p:ph idx="5" type="subTitle"/>
          </p:nvPr>
        </p:nvSpPr>
        <p:spPr>
          <a:xfrm>
            <a:off x="7231275" y="2706950"/>
            <a:ext cx="14664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1" name="Google Shape;111;p11"/>
          <p:cNvSpPr txBox="1"/>
          <p:nvPr>
            <p:ph idx="6" type="body"/>
          </p:nvPr>
        </p:nvSpPr>
        <p:spPr>
          <a:xfrm>
            <a:off x="7160775" y="2982325"/>
            <a:ext cx="1607400" cy="8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12" name="Google Shape;112;p11"/>
          <p:cNvSpPr/>
          <p:nvPr/>
        </p:nvSpPr>
        <p:spPr>
          <a:xfrm>
            <a:off x="603475" y="2706950"/>
            <a:ext cx="2313300" cy="1413600"/>
          </a:xfrm>
          <a:prstGeom prst="roundRect">
            <a:avLst>
              <a:gd fmla="val 7414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>
              <a:solidFill>
                <a:srgbClr val="F6F5EC"/>
              </a:solidFill>
            </a:endParaRPr>
          </a:p>
        </p:txBody>
      </p:sp>
      <p:sp>
        <p:nvSpPr>
          <p:cNvPr id="113" name="Google Shape;113;p11"/>
          <p:cNvSpPr txBox="1"/>
          <p:nvPr>
            <p:ph type="title"/>
          </p:nvPr>
        </p:nvSpPr>
        <p:spPr>
          <a:xfrm>
            <a:off x="450850" y="596800"/>
            <a:ext cx="6767700" cy="14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Inter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4" name="Google Shape;114;p11"/>
          <p:cNvSpPr txBox="1"/>
          <p:nvPr>
            <p:ph idx="7" type="body"/>
          </p:nvPr>
        </p:nvSpPr>
        <p:spPr>
          <a:xfrm>
            <a:off x="603475" y="2758400"/>
            <a:ext cx="2313300" cy="13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>
                <a:solidFill>
                  <a:schemeClr val="lt1"/>
                </a:solidFill>
              </a:defRPr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>
                <a:solidFill>
                  <a:schemeClr val="lt1"/>
                </a:solidFill>
              </a:defRPr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>
                <a:solidFill>
                  <a:schemeClr val="lt1"/>
                </a:solidFill>
              </a:defRPr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>
                <a:solidFill>
                  <a:schemeClr val="lt1"/>
                </a:solidFill>
              </a:defRPr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>
                <a:solidFill>
                  <a:schemeClr val="lt1"/>
                </a:solidFill>
              </a:defRPr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>
                <a:solidFill>
                  <a:schemeClr val="lt1"/>
                </a:solidFill>
              </a:defRPr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>
                <a:solidFill>
                  <a:schemeClr val="lt1"/>
                </a:solidFill>
              </a:defRPr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5" name="Google Shape;115;p11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" name="Google Shape;116;p11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/ Graph">
  <p:cSld name="CAPTION_ONLY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8" name="Google Shape;118;p12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" name="Google Shape;119;p12"/>
          <p:cNvSpPr txBox="1"/>
          <p:nvPr>
            <p:ph type="title"/>
          </p:nvPr>
        </p:nvSpPr>
        <p:spPr>
          <a:xfrm>
            <a:off x="452575" y="596800"/>
            <a:ext cx="4418100" cy="137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9pPr>
          </a:lstStyle>
          <a:p/>
        </p:txBody>
      </p:sp>
      <p:sp>
        <p:nvSpPr>
          <p:cNvPr id="120" name="Google Shape;120;p12"/>
          <p:cNvSpPr txBox="1"/>
          <p:nvPr>
            <p:ph idx="1" type="body"/>
          </p:nvPr>
        </p:nvSpPr>
        <p:spPr>
          <a:xfrm>
            <a:off x="560525" y="1966775"/>
            <a:ext cx="3212700" cy="208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/>
        </p:txBody>
      </p:sp>
      <p:sp>
        <p:nvSpPr>
          <p:cNvPr id="121" name="Google Shape;121;p12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2" name="Google Shape;122;p12"/>
          <p:cNvSpPr txBox="1"/>
          <p:nvPr>
            <p:ph idx="12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12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Header">
  <p:cSld name="BIG_NUMBER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"/>
          <p:cNvSpPr/>
          <p:nvPr>
            <p:ph idx="2" type="pic"/>
          </p:nvPr>
        </p:nvSpPr>
        <p:spPr>
          <a:xfrm>
            <a:off x="213750" y="586950"/>
            <a:ext cx="8701800" cy="2327100"/>
          </a:xfrm>
          <a:prstGeom prst="roundRect">
            <a:avLst>
              <a:gd fmla="val 3913" name="adj"/>
            </a:avLst>
          </a:prstGeom>
          <a:noFill/>
          <a:ln>
            <a:noFill/>
          </a:ln>
        </p:spPr>
      </p:sp>
      <p:sp>
        <p:nvSpPr>
          <p:cNvPr id="126" name="Google Shape;126;p13"/>
          <p:cNvSpPr txBox="1"/>
          <p:nvPr/>
        </p:nvSpPr>
        <p:spPr>
          <a:xfrm>
            <a:off x="420872" y="203200"/>
            <a:ext cx="42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rPr>
              <a:t>‹#›</a:t>
            </a:fld>
            <a:endParaRPr sz="800">
              <a:solidFill>
                <a:schemeClr val="lt2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cxnSp>
        <p:nvCxnSpPr>
          <p:cNvPr id="127" name="Google Shape;127;p13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" name="Google Shape;128;p13"/>
          <p:cNvSpPr txBox="1"/>
          <p:nvPr>
            <p:ph idx="1" type="body"/>
          </p:nvPr>
        </p:nvSpPr>
        <p:spPr>
          <a:xfrm>
            <a:off x="5362800" y="3071200"/>
            <a:ext cx="3552600" cy="8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29" name="Google Shape;129;p13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0" name="Google Shape;130;p13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-to-Market Strategy" type="blank">
  <p:cSld name="BLANK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4"/>
          <p:cNvSpPr/>
          <p:nvPr>
            <p:ph idx="2" type="pic"/>
          </p:nvPr>
        </p:nvSpPr>
        <p:spPr>
          <a:xfrm>
            <a:off x="6445900" y="626975"/>
            <a:ext cx="1932900" cy="2070000"/>
          </a:xfrm>
          <a:prstGeom prst="roundRect">
            <a:avLst>
              <a:gd fmla="val 5387" name="adj"/>
            </a:avLst>
          </a:prstGeom>
          <a:noFill/>
          <a:ln>
            <a:noFill/>
          </a:ln>
        </p:spPr>
      </p:sp>
      <p:sp>
        <p:nvSpPr>
          <p:cNvPr id="133" name="Google Shape;133;p14"/>
          <p:cNvSpPr/>
          <p:nvPr>
            <p:ph idx="3" type="pic"/>
          </p:nvPr>
        </p:nvSpPr>
        <p:spPr>
          <a:xfrm>
            <a:off x="4210025" y="626975"/>
            <a:ext cx="1932900" cy="2070000"/>
          </a:xfrm>
          <a:prstGeom prst="roundRect">
            <a:avLst>
              <a:gd fmla="val 5387" name="adj"/>
            </a:avLst>
          </a:prstGeom>
          <a:noFill/>
          <a:ln>
            <a:noFill/>
          </a:ln>
        </p:spPr>
      </p:sp>
      <p:cxnSp>
        <p:nvCxnSpPr>
          <p:cNvPr id="134" name="Google Shape;134;p14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" name="Google Shape;135;p14"/>
          <p:cNvSpPr txBox="1"/>
          <p:nvPr>
            <p:ph type="title"/>
          </p:nvPr>
        </p:nvSpPr>
        <p:spPr>
          <a:xfrm>
            <a:off x="450850" y="596800"/>
            <a:ext cx="4083000" cy="18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Inter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6" name="Google Shape;136;p14"/>
          <p:cNvSpPr txBox="1"/>
          <p:nvPr>
            <p:ph idx="1" type="subTitle"/>
          </p:nvPr>
        </p:nvSpPr>
        <p:spPr>
          <a:xfrm>
            <a:off x="4210025" y="2802675"/>
            <a:ext cx="19068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" name="Google Shape;137;p14"/>
          <p:cNvSpPr txBox="1"/>
          <p:nvPr>
            <p:ph idx="4" type="body"/>
          </p:nvPr>
        </p:nvSpPr>
        <p:spPr>
          <a:xfrm>
            <a:off x="4210025" y="3441550"/>
            <a:ext cx="1607400" cy="10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8" name="Google Shape;138;p14"/>
          <p:cNvSpPr txBox="1"/>
          <p:nvPr>
            <p:ph idx="5" type="subTitle"/>
          </p:nvPr>
        </p:nvSpPr>
        <p:spPr>
          <a:xfrm>
            <a:off x="6458950" y="2802675"/>
            <a:ext cx="19068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9" name="Google Shape;139;p14"/>
          <p:cNvSpPr txBox="1"/>
          <p:nvPr>
            <p:ph idx="6" type="body"/>
          </p:nvPr>
        </p:nvSpPr>
        <p:spPr>
          <a:xfrm>
            <a:off x="6458950" y="3441550"/>
            <a:ext cx="1607400" cy="10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40" name="Google Shape;140;p14"/>
          <p:cNvSpPr txBox="1"/>
          <p:nvPr>
            <p:ph idx="7" type="body"/>
          </p:nvPr>
        </p:nvSpPr>
        <p:spPr>
          <a:xfrm>
            <a:off x="450850" y="2399275"/>
            <a:ext cx="3048000" cy="21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1" name="Google Shape;141;p14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2" name="Google Shape;142;p14"/>
          <p:cNvSpPr txBox="1"/>
          <p:nvPr>
            <p:ph idx="12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3" name="Google Shape;143;p14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TITLE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5" name="Google Shape;145;p15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" name="Google Shape;146;p15"/>
          <p:cNvSpPr txBox="1"/>
          <p:nvPr>
            <p:ph type="title"/>
          </p:nvPr>
        </p:nvSpPr>
        <p:spPr>
          <a:xfrm>
            <a:off x="452575" y="596800"/>
            <a:ext cx="4418100" cy="13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9pPr>
          </a:lstStyle>
          <a:p/>
        </p:txBody>
      </p:sp>
      <p:sp>
        <p:nvSpPr>
          <p:cNvPr id="147" name="Google Shape;147;p15"/>
          <p:cNvSpPr txBox="1"/>
          <p:nvPr>
            <p:ph idx="1" type="subTitle"/>
          </p:nvPr>
        </p:nvSpPr>
        <p:spPr>
          <a:xfrm>
            <a:off x="467825" y="1857300"/>
            <a:ext cx="21510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148" name="Google Shape;148;p15"/>
          <p:cNvSpPr txBox="1"/>
          <p:nvPr>
            <p:ph idx="2" type="body"/>
          </p:nvPr>
        </p:nvSpPr>
        <p:spPr>
          <a:xfrm>
            <a:off x="391625" y="2271825"/>
            <a:ext cx="2151000" cy="9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/>
        </p:txBody>
      </p:sp>
      <p:sp>
        <p:nvSpPr>
          <p:cNvPr id="149" name="Google Shape;149;p15"/>
          <p:cNvSpPr txBox="1"/>
          <p:nvPr>
            <p:ph idx="3" type="subTitle"/>
          </p:nvPr>
        </p:nvSpPr>
        <p:spPr>
          <a:xfrm>
            <a:off x="3052450" y="1857300"/>
            <a:ext cx="21510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150" name="Google Shape;150;p15"/>
          <p:cNvSpPr txBox="1"/>
          <p:nvPr>
            <p:ph idx="4" type="body"/>
          </p:nvPr>
        </p:nvSpPr>
        <p:spPr>
          <a:xfrm>
            <a:off x="2976250" y="2271825"/>
            <a:ext cx="2151000" cy="9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/>
        </p:txBody>
      </p:sp>
      <p:sp>
        <p:nvSpPr>
          <p:cNvPr id="151" name="Google Shape;151;p15"/>
          <p:cNvSpPr txBox="1"/>
          <p:nvPr>
            <p:ph idx="5" type="subTitle"/>
          </p:nvPr>
        </p:nvSpPr>
        <p:spPr>
          <a:xfrm>
            <a:off x="5637075" y="1857300"/>
            <a:ext cx="21510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152" name="Google Shape;152;p15"/>
          <p:cNvSpPr txBox="1"/>
          <p:nvPr>
            <p:ph idx="6" type="body"/>
          </p:nvPr>
        </p:nvSpPr>
        <p:spPr>
          <a:xfrm>
            <a:off x="5560875" y="2271825"/>
            <a:ext cx="2151000" cy="9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/>
        </p:txBody>
      </p:sp>
      <p:sp>
        <p:nvSpPr>
          <p:cNvPr id="153" name="Google Shape;153;p15"/>
          <p:cNvSpPr txBox="1"/>
          <p:nvPr>
            <p:ph idx="7" type="subTitle"/>
          </p:nvPr>
        </p:nvSpPr>
        <p:spPr>
          <a:xfrm>
            <a:off x="467825" y="3075100"/>
            <a:ext cx="21510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154" name="Google Shape;154;p15"/>
          <p:cNvSpPr txBox="1"/>
          <p:nvPr>
            <p:ph idx="8" type="body"/>
          </p:nvPr>
        </p:nvSpPr>
        <p:spPr>
          <a:xfrm>
            <a:off x="391625" y="3489625"/>
            <a:ext cx="2151000" cy="9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/>
        </p:txBody>
      </p:sp>
      <p:sp>
        <p:nvSpPr>
          <p:cNvPr id="155" name="Google Shape;155;p15"/>
          <p:cNvSpPr txBox="1"/>
          <p:nvPr>
            <p:ph idx="9" type="subTitle"/>
          </p:nvPr>
        </p:nvSpPr>
        <p:spPr>
          <a:xfrm>
            <a:off x="3052450" y="3075100"/>
            <a:ext cx="21510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156" name="Google Shape;156;p15"/>
          <p:cNvSpPr txBox="1"/>
          <p:nvPr>
            <p:ph idx="13" type="body"/>
          </p:nvPr>
        </p:nvSpPr>
        <p:spPr>
          <a:xfrm>
            <a:off x="2976250" y="3489625"/>
            <a:ext cx="2151000" cy="9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/>
        </p:txBody>
      </p:sp>
      <p:sp>
        <p:nvSpPr>
          <p:cNvPr id="157" name="Google Shape;157;p15"/>
          <p:cNvSpPr txBox="1"/>
          <p:nvPr>
            <p:ph idx="14" type="subTitle"/>
          </p:nvPr>
        </p:nvSpPr>
        <p:spPr>
          <a:xfrm>
            <a:off x="5637075" y="3075100"/>
            <a:ext cx="21510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158" name="Google Shape;158;p15"/>
          <p:cNvSpPr txBox="1"/>
          <p:nvPr>
            <p:ph idx="15" type="body"/>
          </p:nvPr>
        </p:nvSpPr>
        <p:spPr>
          <a:xfrm>
            <a:off x="5560875" y="3489625"/>
            <a:ext cx="2151000" cy="9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/>
        </p:txBody>
      </p:sp>
      <p:sp>
        <p:nvSpPr>
          <p:cNvPr id="159" name="Google Shape;159;p15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0" name="Google Shape;160;p15"/>
          <p:cNvSpPr txBox="1"/>
          <p:nvPr>
            <p:ph idx="12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1" name="Google Shape;161;p15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s / Benefits">
  <p:cSld name="CUSTOM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64" name="Google Shape;164;p16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" name="Google Shape;165;p16"/>
          <p:cNvSpPr txBox="1"/>
          <p:nvPr>
            <p:ph type="title"/>
          </p:nvPr>
        </p:nvSpPr>
        <p:spPr>
          <a:xfrm>
            <a:off x="452575" y="633600"/>
            <a:ext cx="3954600" cy="13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b="1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b="1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b="1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b="1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b="1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b="1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b="1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b="1"/>
            </a:lvl9pPr>
          </a:lstStyle>
          <a:p/>
        </p:txBody>
      </p:sp>
      <p:sp>
        <p:nvSpPr>
          <p:cNvPr id="166" name="Google Shape;166;p16"/>
          <p:cNvSpPr txBox="1"/>
          <p:nvPr>
            <p:ph idx="1" type="body"/>
          </p:nvPr>
        </p:nvSpPr>
        <p:spPr>
          <a:xfrm>
            <a:off x="560525" y="1966775"/>
            <a:ext cx="3212700" cy="208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/>
        </p:txBody>
      </p:sp>
      <p:sp>
        <p:nvSpPr>
          <p:cNvPr id="167" name="Google Shape;167;p16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8" name="Google Shape;168;p16"/>
          <p:cNvSpPr txBox="1"/>
          <p:nvPr>
            <p:ph idx="2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9" name="Google Shape;169;p16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s">
  <p:cSld name="CUSTOM_1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7"/>
          <p:cNvSpPr/>
          <p:nvPr>
            <p:ph idx="2" type="pic"/>
          </p:nvPr>
        </p:nvSpPr>
        <p:spPr>
          <a:xfrm>
            <a:off x="211850" y="203250"/>
            <a:ext cx="4292400" cy="4737000"/>
          </a:xfrm>
          <a:prstGeom prst="roundRect">
            <a:avLst>
              <a:gd fmla="val 3358" name="adj"/>
            </a:avLst>
          </a:prstGeom>
          <a:noFill/>
          <a:ln>
            <a:noFill/>
          </a:ln>
        </p:spPr>
      </p:sp>
      <p:sp>
        <p:nvSpPr>
          <p:cNvPr id="172" name="Google Shape;172;p17"/>
          <p:cNvSpPr/>
          <p:nvPr>
            <p:ph idx="3" type="pic"/>
          </p:nvPr>
        </p:nvSpPr>
        <p:spPr>
          <a:xfrm>
            <a:off x="4639750" y="203250"/>
            <a:ext cx="4292400" cy="4737000"/>
          </a:xfrm>
          <a:prstGeom prst="roundRect">
            <a:avLst>
              <a:gd fmla="val 3358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Competition">
  <p:cSld name="CUSTOM_2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8"/>
          <p:cNvSpPr/>
          <p:nvPr>
            <p:ph idx="2" type="pic"/>
          </p:nvPr>
        </p:nvSpPr>
        <p:spPr>
          <a:xfrm>
            <a:off x="4014725" y="557375"/>
            <a:ext cx="1374300" cy="1471500"/>
          </a:xfrm>
          <a:prstGeom prst="roundRect">
            <a:avLst>
              <a:gd fmla="val 7582" name="adj"/>
            </a:avLst>
          </a:prstGeom>
          <a:noFill/>
          <a:ln>
            <a:noFill/>
          </a:ln>
        </p:spPr>
      </p:sp>
      <p:sp>
        <p:nvSpPr>
          <p:cNvPr id="175" name="Google Shape;175;p18"/>
          <p:cNvSpPr/>
          <p:nvPr>
            <p:ph idx="3" type="pic"/>
          </p:nvPr>
        </p:nvSpPr>
        <p:spPr>
          <a:xfrm>
            <a:off x="5688575" y="557375"/>
            <a:ext cx="1374300" cy="1471500"/>
          </a:xfrm>
          <a:prstGeom prst="roundRect">
            <a:avLst>
              <a:gd fmla="val 7582" name="adj"/>
            </a:avLst>
          </a:prstGeom>
          <a:noFill/>
          <a:ln>
            <a:noFill/>
          </a:ln>
        </p:spPr>
      </p:sp>
      <p:sp>
        <p:nvSpPr>
          <p:cNvPr id="176" name="Google Shape;176;p18"/>
          <p:cNvSpPr/>
          <p:nvPr>
            <p:ph idx="4" type="pic"/>
          </p:nvPr>
        </p:nvSpPr>
        <p:spPr>
          <a:xfrm>
            <a:off x="7362425" y="557375"/>
            <a:ext cx="1374300" cy="1471500"/>
          </a:xfrm>
          <a:prstGeom prst="roundRect">
            <a:avLst>
              <a:gd fmla="val 7582" name="adj"/>
            </a:avLst>
          </a:prstGeom>
          <a:noFill/>
          <a:ln>
            <a:noFill/>
          </a:ln>
        </p:spPr>
      </p:sp>
      <p:sp>
        <p:nvSpPr>
          <p:cNvPr id="177" name="Google Shape;177;p18"/>
          <p:cNvSpPr/>
          <p:nvPr>
            <p:ph idx="5" type="pic"/>
          </p:nvPr>
        </p:nvSpPr>
        <p:spPr>
          <a:xfrm>
            <a:off x="4014725" y="2644475"/>
            <a:ext cx="1374300" cy="1471500"/>
          </a:xfrm>
          <a:prstGeom prst="roundRect">
            <a:avLst>
              <a:gd fmla="val 7582" name="adj"/>
            </a:avLst>
          </a:prstGeom>
          <a:noFill/>
          <a:ln>
            <a:noFill/>
          </a:ln>
        </p:spPr>
      </p:sp>
      <p:sp>
        <p:nvSpPr>
          <p:cNvPr id="178" name="Google Shape;178;p18"/>
          <p:cNvSpPr/>
          <p:nvPr>
            <p:ph idx="6" type="pic"/>
          </p:nvPr>
        </p:nvSpPr>
        <p:spPr>
          <a:xfrm>
            <a:off x="5688575" y="2644475"/>
            <a:ext cx="1374300" cy="1471500"/>
          </a:xfrm>
          <a:prstGeom prst="roundRect">
            <a:avLst>
              <a:gd fmla="val 7582" name="adj"/>
            </a:avLst>
          </a:prstGeom>
          <a:noFill/>
          <a:ln>
            <a:noFill/>
          </a:ln>
        </p:spPr>
      </p:sp>
      <p:sp>
        <p:nvSpPr>
          <p:cNvPr id="179" name="Google Shape;179;p18"/>
          <p:cNvSpPr/>
          <p:nvPr>
            <p:ph idx="7" type="pic"/>
          </p:nvPr>
        </p:nvSpPr>
        <p:spPr>
          <a:xfrm>
            <a:off x="7362425" y="2644475"/>
            <a:ext cx="1374300" cy="1471500"/>
          </a:xfrm>
          <a:prstGeom prst="roundRect">
            <a:avLst>
              <a:gd fmla="val 7582" name="adj"/>
            </a:avLst>
          </a:prstGeom>
          <a:noFill/>
          <a:ln>
            <a:noFill/>
          </a:ln>
        </p:spPr>
      </p:sp>
      <p:cxnSp>
        <p:nvCxnSpPr>
          <p:cNvPr id="180" name="Google Shape;180;p18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18"/>
          <p:cNvSpPr txBox="1"/>
          <p:nvPr>
            <p:ph type="title"/>
          </p:nvPr>
        </p:nvSpPr>
        <p:spPr>
          <a:xfrm>
            <a:off x="452575" y="596800"/>
            <a:ext cx="3262500" cy="13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9pPr>
          </a:lstStyle>
          <a:p/>
        </p:txBody>
      </p:sp>
      <p:sp>
        <p:nvSpPr>
          <p:cNvPr id="182" name="Google Shape;182;p18"/>
          <p:cNvSpPr txBox="1"/>
          <p:nvPr>
            <p:ph idx="1" type="subTitle"/>
          </p:nvPr>
        </p:nvSpPr>
        <p:spPr>
          <a:xfrm>
            <a:off x="452575" y="1956400"/>
            <a:ext cx="2616000" cy="6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183" name="Google Shape;183;p18"/>
          <p:cNvSpPr txBox="1"/>
          <p:nvPr>
            <p:ph idx="8" type="body"/>
          </p:nvPr>
        </p:nvSpPr>
        <p:spPr>
          <a:xfrm>
            <a:off x="467825" y="2583700"/>
            <a:ext cx="3247200" cy="9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/>
        </p:txBody>
      </p:sp>
      <p:sp>
        <p:nvSpPr>
          <p:cNvPr id="184" name="Google Shape;184;p18"/>
          <p:cNvSpPr txBox="1"/>
          <p:nvPr>
            <p:ph idx="9" type="subTitle"/>
          </p:nvPr>
        </p:nvSpPr>
        <p:spPr>
          <a:xfrm>
            <a:off x="4014725" y="2028875"/>
            <a:ext cx="1374300" cy="6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185" name="Google Shape;185;p18"/>
          <p:cNvSpPr txBox="1"/>
          <p:nvPr>
            <p:ph idx="13" type="subTitle"/>
          </p:nvPr>
        </p:nvSpPr>
        <p:spPr>
          <a:xfrm>
            <a:off x="5688575" y="2028875"/>
            <a:ext cx="1374300" cy="6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186" name="Google Shape;186;p18"/>
          <p:cNvSpPr txBox="1"/>
          <p:nvPr>
            <p:ph idx="14" type="subTitle"/>
          </p:nvPr>
        </p:nvSpPr>
        <p:spPr>
          <a:xfrm>
            <a:off x="7362425" y="2028875"/>
            <a:ext cx="1374300" cy="6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187" name="Google Shape;187;p18"/>
          <p:cNvSpPr txBox="1"/>
          <p:nvPr>
            <p:ph idx="15" type="subTitle"/>
          </p:nvPr>
        </p:nvSpPr>
        <p:spPr>
          <a:xfrm>
            <a:off x="4014725" y="4067725"/>
            <a:ext cx="1374300" cy="6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188" name="Google Shape;188;p18"/>
          <p:cNvSpPr txBox="1"/>
          <p:nvPr>
            <p:ph idx="16" type="subTitle"/>
          </p:nvPr>
        </p:nvSpPr>
        <p:spPr>
          <a:xfrm>
            <a:off x="5688575" y="4067725"/>
            <a:ext cx="1374300" cy="6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189" name="Google Shape;189;p18"/>
          <p:cNvSpPr txBox="1"/>
          <p:nvPr>
            <p:ph idx="17" type="subTitle"/>
          </p:nvPr>
        </p:nvSpPr>
        <p:spPr>
          <a:xfrm>
            <a:off x="7362425" y="4067725"/>
            <a:ext cx="1374300" cy="6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190" name="Google Shape;190;p18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1" name="Google Shape;191;p18"/>
          <p:cNvSpPr txBox="1"/>
          <p:nvPr>
            <p:ph idx="12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2" name="Google Shape;192;p18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allery">
  <p:cSld name="CUSTOM_1_1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9"/>
          <p:cNvSpPr/>
          <p:nvPr>
            <p:ph idx="2" type="pic"/>
          </p:nvPr>
        </p:nvSpPr>
        <p:spPr>
          <a:xfrm>
            <a:off x="228625" y="592625"/>
            <a:ext cx="2205000" cy="1215600"/>
          </a:xfrm>
          <a:prstGeom prst="roundRect">
            <a:avLst>
              <a:gd fmla="val 3655" name="adj"/>
            </a:avLst>
          </a:prstGeom>
          <a:noFill/>
          <a:ln>
            <a:noFill/>
          </a:ln>
        </p:spPr>
      </p:sp>
      <p:sp>
        <p:nvSpPr>
          <p:cNvPr id="195" name="Google Shape;195;p19"/>
          <p:cNvSpPr/>
          <p:nvPr>
            <p:ph idx="3" type="pic"/>
          </p:nvPr>
        </p:nvSpPr>
        <p:spPr>
          <a:xfrm>
            <a:off x="3931925" y="592625"/>
            <a:ext cx="2205000" cy="1215600"/>
          </a:xfrm>
          <a:prstGeom prst="roundRect">
            <a:avLst>
              <a:gd fmla="val 3655" name="adj"/>
            </a:avLst>
          </a:prstGeom>
          <a:noFill/>
          <a:ln>
            <a:noFill/>
          </a:ln>
        </p:spPr>
      </p:sp>
      <p:sp>
        <p:nvSpPr>
          <p:cNvPr id="196" name="Google Shape;196;p19"/>
          <p:cNvSpPr/>
          <p:nvPr>
            <p:ph idx="4" type="pic"/>
          </p:nvPr>
        </p:nvSpPr>
        <p:spPr>
          <a:xfrm>
            <a:off x="7635600" y="592625"/>
            <a:ext cx="1135200" cy="1215600"/>
          </a:xfrm>
          <a:prstGeom prst="roundRect">
            <a:avLst>
              <a:gd fmla="val 3655" name="adj"/>
            </a:avLst>
          </a:prstGeom>
          <a:noFill/>
          <a:ln>
            <a:noFill/>
          </a:ln>
        </p:spPr>
      </p:sp>
      <p:sp>
        <p:nvSpPr>
          <p:cNvPr id="197" name="Google Shape;197;p19"/>
          <p:cNvSpPr/>
          <p:nvPr>
            <p:ph idx="5" type="pic"/>
          </p:nvPr>
        </p:nvSpPr>
        <p:spPr>
          <a:xfrm>
            <a:off x="2575300" y="593225"/>
            <a:ext cx="1215000" cy="1215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98" name="Google Shape;198;p19"/>
          <p:cNvSpPr/>
          <p:nvPr>
            <p:ph idx="6" type="pic"/>
          </p:nvPr>
        </p:nvSpPr>
        <p:spPr>
          <a:xfrm>
            <a:off x="6278800" y="593225"/>
            <a:ext cx="1215000" cy="1215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99" name="Google Shape;199;p19"/>
          <p:cNvSpPr/>
          <p:nvPr>
            <p:ph idx="7" type="pic"/>
          </p:nvPr>
        </p:nvSpPr>
        <p:spPr>
          <a:xfrm>
            <a:off x="228613" y="1964250"/>
            <a:ext cx="1215000" cy="1215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00" name="Google Shape;200;p19"/>
          <p:cNvSpPr/>
          <p:nvPr>
            <p:ph idx="8" type="pic"/>
          </p:nvPr>
        </p:nvSpPr>
        <p:spPr>
          <a:xfrm>
            <a:off x="1545425" y="1963950"/>
            <a:ext cx="2205000" cy="1215600"/>
          </a:xfrm>
          <a:prstGeom prst="roundRect">
            <a:avLst>
              <a:gd fmla="val 3655" name="adj"/>
            </a:avLst>
          </a:prstGeom>
          <a:noFill/>
          <a:ln>
            <a:noFill/>
          </a:ln>
        </p:spPr>
      </p:sp>
      <p:sp>
        <p:nvSpPr>
          <p:cNvPr id="201" name="Google Shape;201;p19"/>
          <p:cNvSpPr/>
          <p:nvPr>
            <p:ph idx="9" type="pic"/>
          </p:nvPr>
        </p:nvSpPr>
        <p:spPr>
          <a:xfrm>
            <a:off x="3932063" y="1963950"/>
            <a:ext cx="1135200" cy="1215600"/>
          </a:xfrm>
          <a:prstGeom prst="roundRect">
            <a:avLst>
              <a:gd fmla="val 3655" name="adj"/>
            </a:avLst>
          </a:prstGeom>
          <a:noFill/>
          <a:ln>
            <a:noFill/>
          </a:ln>
        </p:spPr>
      </p:sp>
      <p:sp>
        <p:nvSpPr>
          <p:cNvPr id="202" name="Google Shape;202;p19"/>
          <p:cNvSpPr/>
          <p:nvPr>
            <p:ph idx="13" type="pic"/>
          </p:nvPr>
        </p:nvSpPr>
        <p:spPr>
          <a:xfrm>
            <a:off x="5248888" y="1963950"/>
            <a:ext cx="2205000" cy="1215600"/>
          </a:xfrm>
          <a:prstGeom prst="roundRect">
            <a:avLst>
              <a:gd fmla="val 3655" name="adj"/>
            </a:avLst>
          </a:prstGeom>
          <a:noFill/>
          <a:ln>
            <a:noFill/>
          </a:ln>
        </p:spPr>
      </p:sp>
      <p:sp>
        <p:nvSpPr>
          <p:cNvPr id="203" name="Google Shape;203;p19"/>
          <p:cNvSpPr/>
          <p:nvPr>
            <p:ph idx="14" type="pic"/>
          </p:nvPr>
        </p:nvSpPr>
        <p:spPr>
          <a:xfrm>
            <a:off x="7555713" y="1964250"/>
            <a:ext cx="1215000" cy="1215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04" name="Google Shape;204;p19"/>
          <p:cNvSpPr/>
          <p:nvPr>
            <p:ph idx="15" type="pic"/>
          </p:nvPr>
        </p:nvSpPr>
        <p:spPr>
          <a:xfrm>
            <a:off x="228625" y="3335275"/>
            <a:ext cx="2205000" cy="1215600"/>
          </a:xfrm>
          <a:prstGeom prst="roundRect">
            <a:avLst>
              <a:gd fmla="val 3655" name="adj"/>
            </a:avLst>
          </a:prstGeom>
          <a:noFill/>
          <a:ln>
            <a:noFill/>
          </a:ln>
        </p:spPr>
      </p:sp>
      <p:sp>
        <p:nvSpPr>
          <p:cNvPr id="205" name="Google Shape;205;p19"/>
          <p:cNvSpPr/>
          <p:nvPr>
            <p:ph idx="16" type="pic"/>
          </p:nvPr>
        </p:nvSpPr>
        <p:spPr>
          <a:xfrm>
            <a:off x="3931925" y="3335275"/>
            <a:ext cx="2205000" cy="1215600"/>
          </a:xfrm>
          <a:prstGeom prst="roundRect">
            <a:avLst>
              <a:gd fmla="val 3655" name="adj"/>
            </a:avLst>
          </a:prstGeom>
          <a:noFill/>
          <a:ln>
            <a:noFill/>
          </a:ln>
        </p:spPr>
      </p:sp>
      <p:sp>
        <p:nvSpPr>
          <p:cNvPr id="206" name="Google Shape;206;p19"/>
          <p:cNvSpPr/>
          <p:nvPr>
            <p:ph idx="17" type="pic"/>
          </p:nvPr>
        </p:nvSpPr>
        <p:spPr>
          <a:xfrm>
            <a:off x="7635600" y="3335275"/>
            <a:ext cx="1135200" cy="1215600"/>
          </a:xfrm>
          <a:prstGeom prst="roundRect">
            <a:avLst>
              <a:gd fmla="val 3655" name="adj"/>
            </a:avLst>
          </a:prstGeom>
          <a:noFill/>
          <a:ln>
            <a:noFill/>
          </a:ln>
        </p:spPr>
      </p:sp>
      <p:sp>
        <p:nvSpPr>
          <p:cNvPr id="207" name="Google Shape;207;p19"/>
          <p:cNvSpPr/>
          <p:nvPr>
            <p:ph idx="18" type="pic"/>
          </p:nvPr>
        </p:nvSpPr>
        <p:spPr>
          <a:xfrm>
            <a:off x="2575300" y="3335875"/>
            <a:ext cx="1215000" cy="1215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08" name="Google Shape;208;p19"/>
          <p:cNvSpPr/>
          <p:nvPr>
            <p:ph idx="19" type="pic"/>
          </p:nvPr>
        </p:nvSpPr>
        <p:spPr>
          <a:xfrm>
            <a:off x="6278800" y="3335875"/>
            <a:ext cx="1215000" cy="1215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09" name="Google Shape;209;p19"/>
          <p:cNvSpPr txBox="1"/>
          <p:nvPr/>
        </p:nvSpPr>
        <p:spPr>
          <a:xfrm>
            <a:off x="420872" y="203200"/>
            <a:ext cx="42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rPr>
              <a:t>‹#›</a:t>
            </a:fld>
            <a:endParaRPr sz="800">
              <a:solidFill>
                <a:schemeClr val="lt2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cxnSp>
        <p:nvCxnSpPr>
          <p:cNvPr id="210" name="Google Shape;210;p19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1" name="Google Shape;211;p19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2" name="Google Shape;212;p19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15" name="Google Shape;215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16" name="Google Shape;21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9" name="Google Shape;21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22" name="Google Shape;22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3" name="Google Shape;22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26" name="Google Shape;226;p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7" name="Google Shape;227;p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8" name="Google Shape;22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1" name="Google Shape;23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34" name="Google Shape;234;p2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35" name="Google Shape;235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38" name="Google Shape;23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_1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42" name="Google Shape;242;p2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43" name="Google Shape;243;p2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44" name="Google Shape;244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  <p:sp>
        <p:nvSpPr>
          <p:cNvPr id="247" name="Google Shape;24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50" name="Google Shape;250;p2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51" name="Google Shape;251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">
  <p:cSld name="BLANK_1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56" name="Google Shape;256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7" name="Google Shape;257;p3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58" name="Google Shape;258;p3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59" name="Google Shape;259;p3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0" name="Google Shape;260;p3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1" name="Google Shape;261;p3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2" name="Google Shape;262;p3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65" name="Google Shape;265;p3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6" name="Google Shape;266;p3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267" name="Google Shape;267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2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0" name="Google Shape;270;p3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71" name="Google Shape;271;p3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2" name="Google Shape;272;p3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3" name="Google Shape;273;p3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4" name="Google Shape;274;p3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7" name="Google Shape;277;p3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8" name="Google Shape;278;p3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9" name="Google Shape;279;p34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0" name="Google Shape;280;p3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81" name="Google Shape;281;p34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2" name="Google Shape;282;p34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3" name="Google Shape;283;p34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6" name="Google Shape;286;p3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7" name="Google Shape;287;p3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8" name="Google Shape;288;p3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9" name="Google Shape;289;p3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0" name="Google Shape;290;p3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91" name="Google Shape;291;p3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2" name="Google Shape;292;p3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3" name="Google Shape;293;p3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4" name="Google Shape;294;p3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97" name="Google Shape;297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8" name="Google Shape;298;p3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1" name="Google Shape;301;p3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02" name="Google Shape;302;p3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03" name="Google Shape;303;p3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4" name="Google Shape;304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5" name="Google Shape;305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06" name="Google Shape;306;p3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07" name="Google Shape;307;p3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0" name="Google Shape;310;p3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11" name="Google Shape;311;p3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12" name="Google Shape;312;p3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3" name="Google Shape;313;p3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14" name="Google Shape;314;p3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5" name="Google Shape;315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6" name="Google Shape;31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17" name="Google Shape;317;p3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19" name="Google Shape;319;p3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322" name="Google Shape;322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5" name="Google Shape;325;p4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26" name="Google Shape;326;p4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27" name="Google Shape;327;p4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4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4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30" name="Google Shape;330;p4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31" name="Google Shape;331;p4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32" name="Google Shape;332;p4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33" name="Google Shape;333;p4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34" name="Google Shape;334;p4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2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3" name="Google Shape;343;p42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4" name="Google Shape;344;p4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5" name="Google Shape;345;p4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6" name="Google Shape;346;p4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3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9" name="Google Shape;349;p43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0" name="Google Shape;350;p4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1" name="Google Shape;351;p4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2" name="Google Shape;352;p4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4"/>
          <p:cNvSpPr txBox="1"/>
          <p:nvPr>
            <p:ph type="title"/>
          </p:nvPr>
        </p:nvSpPr>
        <p:spPr>
          <a:xfrm>
            <a:off x="722313" y="3305175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5" name="Google Shape;355;p44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6" name="Google Shape;356;p4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7" name="Google Shape;357;p4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8" name="Google Shape;358;p4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5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1" name="Google Shape;361;p45"/>
          <p:cNvSpPr txBox="1"/>
          <p:nvPr>
            <p:ph idx="1" type="body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2" name="Google Shape;362;p45"/>
          <p:cNvSpPr txBox="1"/>
          <p:nvPr>
            <p:ph idx="2" type="body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3" name="Google Shape;363;p4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4" name="Google Shape;364;p4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5" name="Google Shape;365;p4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6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8" name="Google Shape;368;p46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69" name="Google Shape;369;p46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370" name="Google Shape;370;p46"/>
          <p:cNvSpPr txBox="1"/>
          <p:nvPr>
            <p:ph idx="3" type="body"/>
          </p:nvPr>
        </p:nvSpPr>
        <p:spPr>
          <a:xfrm>
            <a:off x="4645025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71" name="Google Shape;371;p46"/>
          <p:cNvSpPr txBox="1"/>
          <p:nvPr>
            <p:ph idx="4" type="body"/>
          </p:nvPr>
        </p:nvSpPr>
        <p:spPr>
          <a:xfrm>
            <a:off x="4645025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372" name="Google Shape;372;p4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3" name="Google Shape;373;p4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4" name="Google Shape;374;p4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7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7" name="Google Shape;377;p4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8" name="Google Shape;378;p4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9" name="Google Shape;379;p4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2" name="Google Shape;382;p4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3" name="Google Shape;383;p4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9"/>
          <p:cNvSpPr txBox="1"/>
          <p:nvPr>
            <p:ph type="title"/>
          </p:nvPr>
        </p:nvSpPr>
        <p:spPr>
          <a:xfrm>
            <a:off x="457200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6" name="Google Shape;386;p49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387" name="Google Shape;387;p49"/>
          <p:cNvSpPr txBox="1"/>
          <p:nvPr>
            <p:ph idx="2" type="body"/>
          </p:nvPr>
        </p:nvSpPr>
        <p:spPr>
          <a:xfrm>
            <a:off x="457200" y="1076325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388" name="Google Shape;388;p4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9" name="Google Shape;389;p4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0" name="Google Shape;390;p4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0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3" name="Google Shape;393;p50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394" name="Google Shape;394;p50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395" name="Google Shape;395;p5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6" name="Google Shape;396;p5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7" name="Google Shape;397;p5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1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0" name="Google Shape;400;p51"/>
          <p:cNvSpPr txBox="1"/>
          <p:nvPr>
            <p:ph idx="1" type="body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1" name="Google Shape;401;p5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2" name="Google Shape;402;p5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3" name="Google Shape;403;p5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2"/>
          <p:cNvSpPr txBox="1"/>
          <p:nvPr>
            <p:ph type="title"/>
          </p:nvPr>
        </p:nvSpPr>
        <p:spPr>
          <a:xfrm rot="5400000">
            <a:off x="5463778" y="1371600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6" name="Google Shape;406;p52"/>
          <p:cNvSpPr txBox="1"/>
          <p:nvPr>
            <p:ph idx="1" type="body"/>
          </p:nvPr>
        </p:nvSpPr>
        <p:spPr>
          <a:xfrm rot="5400000">
            <a:off x="1272778" y="-609600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7" name="Google Shape;407;p5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8" name="Google Shape;408;p5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9" name="Google Shape;409;p5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slideLayout" Target="../slideLayouts/slideLayout41.xml"/><Relationship Id="rId3" Type="http://schemas.openxmlformats.org/officeDocument/2006/relationships/slideLayout" Target="../slideLayouts/slideLayout42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6.xml"/><Relationship Id="rId8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49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308925" y="278025"/>
            <a:ext cx="4448400" cy="29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 b="1" sz="4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 sz="4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 sz="4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 sz="4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 sz="4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 sz="4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 sz="4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 sz="4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 sz="4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4613175" y="278025"/>
            <a:ext cx="2965500" cy="29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●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○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■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●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○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■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●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○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■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1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37" name="Google Shape;337;p41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8" name="Google Shape;338;p4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9" name="Google Shape;339;p4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0" name="Google Shape;340;p4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5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53"/>
          <p:cNvSpPr txBox="1"/>
          <p:nvPr>
            <p:ph idx="4294967295" type="title"/>
          </p:nvPr>
        </p:nvSpPr>
        <p:spPr>
          <a:xfrm>
            <a:off x="420875" y="1668375"/>
            <a:ext cx="4324800" cy="165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Forest Phonics Capstone Presentation</a:t>
            </a:r>
            <a:endParaRPr/>
          </a:p>
        </p:txBody>
      </p:sp>
      <p:sp>
        <p:nvSpPr>
          <p:cNvPr id="416" name="Google Shape;416;p53"/>
          <p:cNvSpPr txBox="1"/>
          <p:nvPr>
            <p:ph idx="4294967295" type="title"/>
          </p:nvPr>
        </p:nvSpPr>
        <p:spPr>
          <a:xfrm>
            <a:off x="420875" y="3318675"/>
            <a:ext cx="3698700" cy="5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Matt Foreman, </a:t>
            </a:r>
            <a:endParaRPr sz="22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Candace Cooley, </a:t>
            </a:r>
            <a:endParaRPr sz="22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Benjamin Rand, </a:t>
            </a:r>
            <a:endParaRPr sz="22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Will Schatz</a:t>
            </a:r>
            <a:endParaRPr sz="800">
              <a:solidFill>
                <a:schemeClr val="accent4"/>
              </a:solidFill>
            </a:endParaRPr>
          </a:p>
        </p:txBody>
      </p:sp>
      <p:pic>
        <p:nvPicPr>
          <p:cNvPr id="417" name="Google Shape;417;p53" title="forest background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8888" r="8888" t="0"/>
          <a:stretch/>
        </p:blipFill>
        <p:spPr>
          <a:xfrm>
            <a:off x="5039775" y="196800"/>
            <a:ext cx="3905400" cy="4749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4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/>
          </a:p>
        </p:txBody>
      </p:sp>
      <p:sp>
        <p:nvSpPr>
          <p:cNvPr id="423" name="Google Shape;423;p54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Problem: Students with dyslexia struggle with reading, spelling, and phonemic awareness.</a:t>
            </a:r>
            <a:endParaRPr sz="2800"/>
          </a:p>
          <a:p>
            <a:pPr indent="-3175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it matters: Traditional methods fail many dyslexic students, causing frustration and disengagement.</a:t>
            </a:r>
            <a:endParaRPr sz="2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5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Motivation &amp; Objectives</a:t>
            </a:r>
            <a:endParaRPr/>
          </a:p>
        </p:txBody>
      </p:sp>
      <p:sp>
        <p:nvSpPr>
          <p:cNvPr id="429" name="Google Shape;429;p55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17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Motivation:</a:t>
            </a:r>
            <a:endParaRPr sz="2800"/>
          </a:p>
          <a:p>
            <a:pPr indent="-349250" lvl="1" marL="7429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Address an educational gap for dyslexic students</a:t>
            </a:r>
            <a:endParaRPr sz="2800"/>
          </a:p>
          <a:p>
            <a:pPr indent="-349250" lvl="1" marL="7429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Leverage gamification and multi-sensory techniques</a:t>
            </a:r>
            <a:endParaRPr sz="2800"/>
          </a:p>
          <a:p>
            <a:pPr indent="-3175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Objectives:</a:t>
            </a:r>
            <a:endParaRPr sz="2800"/>
          </a:p>
          <a:p>
            <a:pPr indent="-349250" lvl="1" marL="7429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 an engaging phonics-based game</a:t>
            </a:r>
            <a:endParaRPr sz="2800"/>
          </a:p>
          <a:p>
            <a:pPr indent="-349250" lvl="1" marL="7429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 students, parents, and educators</a:t>
            </a:r>
            <a:endParaRPr sz="2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56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/>
          </a:p>
        </p:txBody>
      </p:sp>
      <p:sp>
        <p:nvSpPr>
          <p:cNvPr id="435" name="Google Shape;435;p56"/>
          <p:cNvSpPr txBox="1"/>
          <p:nvPr>
            <p:ph idx="1" type="body"/>
          </p:nvPr>
        </p:nvSpPr>
        <p:spPr>
          <a:xfrm>
            <a:off x="457200" y="1200150"/>
            <a:ext cx="8229600" cy="3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Physical Layer: UI (Login, Menu, Mini-Games, Dashboard)</a:t>
            </a:r>
            <a:endParaRPr sz="2800"/>
          </a:p>
          <a:p>
            <a:pPr indent="-3175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Service Layer: Authentication, Game Logic, Progress Tracking</a:t>
            </a:r>
            <a:endParaRPr sz="2800"/>
          </a:p>
          <a:p>
            <a:pPr indent="-3175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Application Layer: Data Processing, Scoring, Adaptive Learning</a:t>
            </a:r>
            <a:endParaRPr sz="2800"/>
          </a:p>
          <a:p>
            <a:pPr indent="-3175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Layer: User Profiles, Progress, Content Databases</a:t>
            </a:r>
            <a:endParaRPr sz="2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7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Modeling &amp; Design Approach</a:t>
            </a:r>
            <a:endParaRPr/>
          </a:p>
        </p:txBody>
      </p:sp>
      <p:sp>
        <p:nvSpPr>
          <p:cNvPr id="441" name="Google Shape;441;p57"/>
          <p:cNvSpPr txBox="1"/>
          <p:nvPr>
            <p:ph idx="1" type="body"/>
          </p:nvPr>
        </p:nvSpPr>
        <p:spPr>
          <a:xfrm>
            <a:off x="457200" y="125400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28194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Diagrams:</a:t>
            </a:r>
            <a:endParaRPr/>
          </a:p>
          <a:p>
            <a:pPr indent="-313690" lvl="1" marL="7429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Case Diagram</a:t>
            </a:r>
            <a:endParaRPr/>
          </a:p>
          <a:p>
            <a:pPr indent="-313690" lvl="1" marL="7429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Diagram</a:t>
            </a:r>
            <a:endParaRPr/>
          </a:p>
          <a:p>
            <a:pPr indent="-313690" lvl="1" marL="7429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Sequence Diagram</a:t>
            </a:r>
            <a:endParaRPr/>
          </a:p>
          <a:p>
            <a:pPr indent="-313690" lvl="1" marL="7429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Activity Diagram</a:t>
            </a:r>
            <a:endParaRPr/>
          </a:p>
          <a:p>
            <a:pPr indent="-28194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Tools:</a:t>
            </a:r>
            <a:endParaRPr/>
          </a:p>
          <a:p>
            <a:pPr indent="-313690" lvl="1" marL="7429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Unity Engine</a:t>
            </a:r>
            <a:endParaRPr/>
          </a:p>
          <a:p>
            <a:pPr indent="-313690" lvl="1" marL="7429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GitHub for Version Control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3690" lvl="1" marL="742950" rtl="0" algn="l">
              <a:spcBef>
                <a:spcPts val="640"/>
              </a:spcBef>
              <a:spcAft>
                <a:spcPts val="0"/>
              </a:spcAft>
              <a:buSzPct val="100000"/>
              <a:buChar char="–"/>
            </a:pPr>
            <a:r>
              <a:rPr lang="en" sz="3200"/>
              <a:t>Microsoft Visual Studios for coding</a:t>
            </a:r>
            <a:endParaRPr sz="3200"/>
          </a:p>
          <a:p>
            <a:pPr indent="-313690" lvl="1" marL="742950" rtl="0" algn="l">
              <a:spcBef>
                <a:spcPts val="640"/>
              </a:spcBef>
              <a:spcAft>
                <a:spcPts val="0"/>
              </a:spcAft>
              <a:buSzPct val="100000"/>
              <a:buChar char="–"/>
            </a:pPr>
            <a:r>
              <a:rPr lang="en" sz="3200"/>
              <a:t>Discord for meetings and discussions</a:t>
            </a:r>
            <a:endParaRPr sz="3200"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58"/>
          <p:cNvSpPr txBox="1"/>
          <p:nvPr>
            <p:ph type="title"/>
          </p:nvPr>
        </p:nvSpPr>
        <p:spPr>
          <a:xfrm>
            <a:off x="128523" y="160000"/>
            <a:ext cx="4470300" cy="4251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Case Diagram </a:t>
            </a:r>
            <a:endParaRPr/>
          </a:p>
        </p:txBody>
      </p:sp>
      <p:sp>
        <p:nvSpPr>
          <p:cNvPr id="447" name="Google Shape;447;p58"/>
          <p:cNvSpPr txBox="1"/>
          <p:nvPr>
            <p:ph idx="1" type="body"/>
          </p:nvPr>
        </p:nvSpPr>
        <p:spPr>
          <a:xfrm>
            <a:off x="128525" y="629200"/>
            <a:ext cx="3434700" cy="4337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Use Case Diagram: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This diagram shows how the user interacts with 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Forest Phonics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Actors: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Student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(Primary User)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System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(Handles authentication, game logic, and progress tracking)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Use Cases: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Login/Register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Select Mini-Game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Play Mini-Game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Phonics Puzzles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Phonics Match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Word Trace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Receive Feedback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Track Progress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Logout</a:t>
            </a:r>
            <a:endParaRPr/>
          </a:p>
        </p:txBody>
      </p:sp>
      <p:pic>
        <p:nvPicPr>
          <p:cNvPr id="448" name="Google Shape;448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6681" y="125825"/>
            <a:ext cx="5351894" cy="484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59"/>
          <p:cNvSpPr txBox="1"/>
          <p:nvPr>
            <p:ph type="title"/>
          </p:nvPr>
        </p:nvSpPr>
        <p:spPr>
          <a:xfrm>
            <a:off x="1563398" y="449725"/>
            <a:ext cx="1660800" cy="4251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Diagram </a:t>
            </a:r>
            <a:endParaRPr/>
          </a:p>
        </p:txBody>
      </p:sp>
      <p:pic>
        <p:nvPicPr>
          <p:cNvPr id="454" name="Google Shape;454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5550" y="29025"/>
            <a:ext cx="3740175" cy="499120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59"/>
          <p:cNvSpPr txBox="1"/>
          <p:nvPr/>
        </p:nvSpPr>
        <p:spPr>
          <a:xfrm>
            <a:off x="468575" y="922200"/>
            <a:ext cx="3627000" cy="23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Key Classes: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User </a:t>
            </a:r>
            <a:r>
              <a:rPr lang="en" sz="1100">
                <a:solidFill>
                  <a:schemeClr val="dk1"/>
                </a:solidFill>
              </a:rPr>
              <a:t>(Attributes: username, password, progress)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MiniGame</a:t>
            </a:r>
            <a:r>
              <a:rPr lang="en" sz="1100">
                <a:solidFill>
                  <a:schemeClr val="dk1"/>
                </a:solidFill>
              </a:rPr>
              <a:t> (Attributes: name, difficulty, score)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PhonicsPuzzle, PhonicsMatch, WordTrace</a:t>
            </a:r>
            <a:r>
              <a:rPr lang="en" sz="1100">
                <a:solidFill>
                  <a:schemeClr val="dk1"/>
                </a:solidFill>
              </a:rPr>
              <a:t> (Inheritance from MiniGame)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DatabaseManager</a:t>
            </a:r>
            <a:r>
              <a:rPr lang="en" sz="1100">
                <a:solidFill>
                  <a:schemeClr val="dk1"/>
                </a:solidFill>
              </a:rPr>
              <a:t> (Handles data storage/retrieval)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GameController</a:t>
            </a:r>
            <a:r>
              <a:rPr lang="en" sz="1100">
                <a:solidFill>
                  <a:schemeClr val="dk1"/>
                </a:solidFill>
              </a:rPr>
              <a:t> (Manages game logic)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60"/>
          <p:cNvSpPr txBox="1"/>
          <p:nvPr>
            <p:ph type="title"/>
          </p:nvPr>
        </p:nvSpPr>
        <p:spPr>
          <a:xfrm>
            <a:off x="59813" y="135450"/>
            <a:ext cx="5486400" cy="4251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Sequence Diagram</a:t>
            </a:r>
            <a:endParaRPr/>
          </a:p>
        </p:txBody>
      </p:sp>
      <p:sp>
        <p:nvSpPr>
          <p:cNvPr id="461" name="Google Shape;461;p60"/>
          <p:cNvSpPr txBox="1"/>
          <p:nvPr>
            <p:ph idx="1" type="body"/>
          </p:nvPr>
        </p:nvSpPr>
        <p:spPr>
          <a:xfrm>
            <a:off x="59825" y="634125"/>
            <a:ext cx="4234500" cy="2516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This diagram represents the data flow in the system when a student logs in and plays a mini-game.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Steps: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-298767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ct val="100000"/>
              <a:buChar char="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User inputs login credentials → System verifies from User Database.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29876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User selects a mini-game → System loads game UI.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29876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User interacts with the game → System processes input and checks correctness.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29876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System updates the progress database.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29876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System provides feedback to the user.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29876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User exits the game → System saves the latest progress.</a:t>
            </a:r>
            <a:endParaRPr/>
          </a:p>
        </p:txBody>
      </p:sp>
      <p:pic>
        <p:nvPicPr>
          <p:cNvPr id="462" name="Google Shape;462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39275"/>
            <a:ext cx="4461749" cy="501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61"/>
          <p:cNvSpPr txBox="1"/>
          <p:nvPr>
            <p:ph type="title"/>
          </p:nvPr>
        </p:nvSpPr>
        <p:spPr>
          <a:xfrm>
            <a:off x="1267173" y="274675"/>
            <a:ext cx="1978500" cy="4251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Activity Diagram</a:t>
            </a:r>
            <a:endParaRPr/>
          </a:p>
        </p:txBody>
      </p:sp>
      <p:sp>
        <p:nvSpPr>
          <p:cNvPr id="468" name="Google Shape;468;p61"/>
          <p:cNvSpPr txBox="1"/>
          <p:nvPr>
            <p:ph idx="1" type="body"/>
          </p:nvPr>
        </p:nvSpPr>
        <p:spPr>
          <a:xfrm>
            <a:off x="83425" y="840250"/>
            <a:ext cx="4343400" cy="1923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Shows the 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flow of activities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in the system.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AutoNum type="arabicPeriod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User opens the game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→ Login Page.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User logs in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→ System validates credentials.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User selects a mini-game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→ System loads the game.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User plays the game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→ System evaluates responses.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System updates progress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→ Displays feedback.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User logs out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id="469" name="Google Shape;469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98950" y="80200"/>
            <a:ext cx="3539751" cy="4875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62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Functional Requirements</a:t>
            </a:r>
            <a:endParaRPr/>
          </a:p>
        </p:txBody>
      </p:sp>
      <p:sp>
        <p:nvSpPr>
          <p:cNvPr id="475" name="Google Shape;475;p62"/>
          <p:cNvSpPr txBox="1"/>
          <p:nvPr/>
        </p:nvSpPr>
        <p:spPr>
          <a:xfrm>
            <a:off x="497475" y="1262975"/>
            <a:ext cx="3507600" cy="3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Achieved Requirements: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Mouse and keyboard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Phoneme matching and word blending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Audio feedback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Progress Tracking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WebGL Implementation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62"/>
          <p:cNvSpPr txBox="1"/>
          <p:nvPr/>
        </p:nvSpPr>
        <p:spPr>
          <a:xfrm>
            <a:off x="4664800" y="1262975"/>
            <a:ext cx="3655800" cy="3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Attempted Requirements: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Progress tracking, badges, and rewards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etter tracing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peech recognition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Accessibility settings (fonts, colors)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6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Non-Functional Requirements</a:t>
            </a:r>
            <a:endParaRPr/>
          </a:p>
        </p:txBody>
      </p:sp>
      <p:sp>
        <p:nvSpPr>
          <p:cNvPr id="482" name="Google Shape;482;p63"/>
          <p:cNvSpPr txBox="1"/>
          <p:nvPr>
            <p:ph idx="1" type="body"/>
          </p:nvPr>
        </p:nvSpPr>
        <p:spPr>
          <a:xfrm>
            <a:off x="4922650" y="1141250"/>
            <a:ext cx="3764100" cy="36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Attempted Requirements:</a:t>
            </a:r>
            <a:endParaRPr sz="2300"/>
          </a:p>
          <a:p>
            <a:pPr indent="-28575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Multi-platform support (browsers, mobile)</a:t>
            </a:r>
            <a:endParaRPr sz="2300"/>
          </a:p>
          <a:p>
            <a:pPr indent="-28575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lang="en" sz="2300"/>
              <a:t>Implement Auto-Save</a:t>
            </a:r>
            <a:endParaRPr sz="2300"/>
          </a:p>
          <a:p>
            <a:pPr indent="-285750" lvl="0" marL="342900" rtl="0" algn="l">
              <a:spcBef>
                <a:spcPts val="640"/>
              </a:spcBef>
              <a:spcAft>
                <a:spcPts val="0"/>
              </a:spcAft>
              <a:buSzPts val="2300"/>
              <a:buChar char="•"/>
            </a:pPr>
            <a:r>
              <a:rPr lang="en" sz="2300"/>
              <a:t>Data Storage</a:t>
            </a:r>
            <a:endParaRPr sz="2300"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  <p:sp>
        <p:nvSpPr>
          <p:cNvPr id="483" name="Google Shape;483;p63"/>
          <p:cNvSpPr txBox="1"/>
          <p:nvPr>
            <p:ph idx="1" type="body"/>
          </p:nvPr>
        </p:nvSpPr>
        <p:spPr>
          <a:xfrm>
            <a:off x="457200" y="1141250"/>
            <a:ext cx="3842100" cy="35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Achieved Requirements:</a:t>
            </a:r>
            <a:endParaRPr sz="2300"/>
          </a:p>
          <a:p>
            <a:pPr indent="-28575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Fast loading (&lt;6 seconds)</a:t>
            </a:r>
            <a:endParaRPr sz="2300"/>
          </a:p>
          <a:p>
            <a:pPr indent="-28575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Smooth performance (60 FPS)</a:t>
            </a:r>
            <a:endParaRPr sz="2300"/>
          </a:p>
          <a:p>
            <a:pPr indent="-28575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 accessibility (dyslexia fonts, TTS)</a:t>
            </a:r>
            <a:endParaRPr sz="2300"/>
          </a:p>
          <a:p>
            <a:pPr indent="-28575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Secure (</a:t>
            </a:r>
            <a:r>
              <a:rPr lang="en" sz="2300"/>
              <a:t>PlayFab developer</a:t>
            </a:r>
            <a:r>
              <a:rPr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342900" rtl="0" algn="l">
              <a:spcBef>
                <a:spcPts val="640"/>
              </a:spcBef>
              <a:spcAft>
                <a:spcPts val="0"/>
              </a:spcAft>
              <a:buSzPts val="2300"/>
              <a:buChar char="•"/>
            </a:pPr>
            <a:r>
              <a:rPr lang="en" sz="2300"/>
              <a:t>Runs WebGL(Unity Play)</a:t>
            </a:r>
            <a:endParaRPr sz="2300"/>
          </a:p>
          <a:p>
            <a:pPr indent="-285750" lvl="0" marL="342900" rtl="0" algn="l">
              <a:spcBef>
                <a:spcPts val="640"/>
              </a:spcBef>
              <a:spcAft>
                <a:spcPts val="0"/>
              </a:spcAft>
              <a:buSzPts val="2300"/>
              <a:buChar char="•"/>
            </a:pPr>
            <a:r>
              <a:rPr lang="en" sz="2300"/>
              <a:t>Audio Library</a:t>
            </a:r>
            <a:endParaRPr sz="23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4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Implementation Highlights</a:t>
            </a:r>
            <a:endParaRPr/>
          </a:p>
        </p:txBody>
      </p:sp>
      <p:sp>
        <p:nvSpPr>
          <p:cNvPr id="489" name="Google Shape;489;p64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17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Technologies:</a:t>
            </a:r>
            <a:endParaRPr sz="2800"/>
          </a:p>
          <a:p>
            <a:pPr indent="-349250" lvl="1" marL="7429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Unity, WebGL, GitHub, </a:t>
            </a:r>
            <a:r>
              <a:rPr lang="en"/>
              <a:t>Audacity</a:t>
            </a:r>
            <a:endParaRPr sz="2800"/>
          </a:p>
          <a:p>
            <a:pPr indent="-3175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Challenges Overcome: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1" marL="742950" rtl="0" algn="l">
              <a:spcBef>
                <a:spcPts val="640"/>
              </a:spcBef>
              <a:spcAft>
                <a:spcPts val="0"/>
              </a:spcAft>
              <a:buSzPts val="2800"/>
              <a:buChar char="–"/>
            </a:pPr>
            <a:r>
              <a:rPr lang="en"/>
              <a:t>GitHub branching (</a:t>
            </a:r>
            <a:r>
              <a:rPr lang="en"/>
              <a:t>pulling</a:t>
            </a:r>
            <a:r>
              <a:rPr lang="en"/>
              <a:t>, pushing, commits)</a:t>
            </a:r>
            <a:endParaRPr/>
          </a:p>
          <a:p>
            <a:pPr indent="-285750" lvl="1" marL="742950" rtl="0" algn="l">
              <a:spcBef>
                <a:spcPts val="640"/>
              </a:spcBef>
              <a:spcAft>
                <a:spcPts val="0"/>
              </a:spcAft>
              <a:buSzPts val="1800"/>
              <a:buChar char="–"/>
            </a:pPr>
            <a:r>
              <a:rPr lang="en"/>
              <a:t>Unity 2D modeling, C# programming</a:t>
            </a:r>
            <a:endParaRPr/>
          </a:p>
          <a:p>
            <a:pPr indent="-285750" lvl="1" marL="742950" rtl="0" algn="l">
              <a:spcBef>
                <a:spcPts val="640"/>
              </a:spcBef>
              <a:spcAft>
                <a:spcPts val="0"/>
              </a:spcAft>
              <a:buSzPts val="1800"/>
              <a:buChar char="–"/>
            </a:pPr>
            <a:r>
              <a:rPr lang="en"/>
              <a:t>Finding </a:t>
            </a:r>
            <a:r>
              <a:rPr lang="en"/>
              <a:t>royalty</a:t>
            </a:r>
            <a:r>
              <a:rPr lang="en"/>
              <a:t> free audio for each sound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5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Live Demo / Video Walkthrough</a:t>
            </a:r>
            <a:endParaRPr/>
          </a:p>
        </p:txBody>
      </p:sp>
      <p:sp>
        <p:nvSpPr>
          <p:cNvPr id="495" name="Google Shape;495;p65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Mini-Games:</a:t>
            </a:r>
            <a:endParaRPr sz="2800"/>
          </a:p>
          <a:p>
            <a:pPr indent="-349250" lvl="1" marL="7429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Phonics Puzzles</a:t>
            </a:r>
            <a:endParaRPr sz="2800"/>
          </a:p>
          <a:p>
            <a:pPr indent="-349250" lvl="1" marL="7429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Phonics Match</a:t>
            </a:r>
            <a:endParaRPr sz="2800"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-3175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Show:</a:t>
            </a:r>
            <a:endParaRPr sz="2800"/>
          </a:p>
          <a:p>
            <a:pPr indent="-349250" lvl="1" marL="7429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Progress Dashboard</a:t>
            </a:r>
            <a:endParaRPr/>
          </a:p>
          <a:p>
            <a:pPr indent="-349250" lvl="1" marL="7429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Accessibility Settings</a:t>
            </a:r>
            <a:endParaRPr sz="2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66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Future Work &amp; Improvements</a:t>
            </a:r>
            <a:endParaRPr/>
          </a:p>
        </p:txBody>
      </p:sp>
      <p:sp>
        <p:nvSpPr>
          <p:cNvPr id="501" name="Google Shape;501;p66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406400" lvl="0" marL="457200" rtl="0" algn="l">
              <a:spcBef>
                <a:spcPts val="640"/>
              </a:spcBef>
              <a:spcAft>
                <a:spcPts val="0"/>
              </a:spcAft>
              <a:buSzPts val="2800"/>
              <a:buChar char="•"/>
            </a:pPr>
            <a:r>
              <a:rPr lang="en" sz="2800"/>
              <a:t>Implementing score tracking and further interactables for mid-game learning.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" sz="2800"/>
              <a:t>Finish adding the Tracing Game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" sz="2800"/>
              <a:t>Add </a:t>
            </a:r>
            <a:r>
              <a:rPr lang="en" sz="2800"/>
              <a:t>additional</a:t>
            </a:r>
            <a:r>
              <a:rPr lang="en" sz="2800"/>
              <a:t> </a:t>
            </a:r>
            <a:r>
              <a:rPr lang="en" sz="2800"/>
              <a:t>accessibility</a:t>
            </a:r>
            <a:r>
              <a:rPr lang="en" sz="2800"/>
              <a:t> 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" sz="2800"/>
              <a:t>Improve Settings and Background Music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" sz="2800"/>
              <a:t>Add larger word bank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" sz="2800"/>
              <a:t>Grade level selection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" sz="2800"/>
              <a:t>Additional words and sounds</a:t>
            </a:r>
            <a:endParaRPr sz="2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67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</p:txBody>
      </p:sp>
      <p:sp>
        <p:nvSpPr>
          <p:cNvPr id="507" name="Google Shape;507;p67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Built a dyslexia-friendly, gamified educational tool</a:t>
            </a:r>
            <a:endParaRPr sz="2800"/>
          </a:p>
          <a:p>
            <a:pPr indent="-3175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" sz="2800"/>
              <a:t>Team building</a:t>
            </a:r>
            <a:endParaRPr sz="2800"/>
          </a:p>
          <a:p>
            <a:pPr indent="-317500" lvl="0" marL="342900" rtl="0" algn="l">
              <a:spcBef>
                <a:spcPts val="640"/>
              </a:spcBef>
              <a:spcAft>
                <a:spcPts val="0"/>
              </a:spcAft>
              <a:buSzPts val="2800"/>
              <a:buChar char="•"/>
            </a:pPr>
            <a:r>
              <a:rPr lang="en" sz="2800"/>
              <a:t>Github Experience</a:t>
            </a:r>
            <a:endParaRPr sz="2800"/>
          </a:p>
          <a:p>
            <a:pPr indent="-317500" lvl="0" marL="342900" rtl="0" algn="l">
              <a:spcBef>
                <a:spcPts val="640"/>
              </a:spcBef>
              <a:spcAft>
                <a:spcPts val="0"/>
              </a:spcAft>
              <a:buSzPts val="2800"/>
              <a:buChar char="•"/>
            </a:pPr>
            <a:r>
              <a:rPr lang="en" sz="2800"/>
              <a:t>Unity Game </a:t>
            </a:r>
            <a:r>
              <a:rPr lang="en" sz="2800"/>
              <a:t>Development</a:t>
            </a:r>
            <a:endParaRPr sz="2800"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6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Q&amp;A</a:t>
            </a:r>
            <a:endParaRPr/>
          </a:p>
        </p:txBody>
      </p:sp>
      <p:sp>
        <p:nvSpPr>
          <p:cNvPr id="513" name="Google Shape;513;p68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sz="2800"/>
          </a:p>
          <a:p>
            <a:pPr indent="-3175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welcome your questions and feedback.</a:t>
            </a:r>
            <a:endParaRPr sz="2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nvestor Pitch">
  <a:themeElements>
    <a:clrScheme name="Simple Light">
      <a:dk1>
        <a:srgbClr val="1A36B4"/>
      </a:dk1>
      <a:lt1>
        <a:srgbClr val="F6F5EC"/>
      </a:lt1>
      <a:dk2>
        <a:srgbClr val="1D1D1D"/>
      </a:dk2>
      <a:lt2>
        <a:srgbClr val="A4C2F4"/>
      </a:lt2>
      <a:accent1>
        <a:srgbClr val="FFFFFF"/>
      </a:accent1>
      <a:accent2>
        <a:srgbClr val="1A36B4"/>
      </a:accent2>
      <a:accent3>
        <a:srgbClr val="1D1D1D"/>
      </a:accent3>
      <a:accent4>
        <a:srgbClr val="F6F5EC"/>
      </a:accent4>
      <a:accent5>
        <a:srgbClr val="1A36B4"/>
      </a:accent5>
      <a:accent6>
        <a:srgbClr val="595959"/>
      </a:accent6>
      <a:hlink>
        <a:srgbClr val="A4C2F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